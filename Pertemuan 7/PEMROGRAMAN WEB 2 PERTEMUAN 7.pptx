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B8B3090F-55CA-48B6-AE9D-1026C3C1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299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id-ID" b="1" dirty="0" smtClean="0"/>
              <a:t>PERTEMUAN  7</a:t>
            </a:r>
            <a:br>
              <a:rPr lang="id-ID" b="1" dirty="0" smtClean="0"/>
            </a:br>
            <a:r>
              <a:rPr lang="id-ID" b="1" dirty="0"/>
              <a:t>BAB V  </a:t>
            </a:r>
            <a:r>
              <a:rPr lang="id-ID" b="1" dirty="0" smtClean="0"/>
              <a:t>ARRAY LANJUTAN</a:t>
            </a:r>
            <a:r>
              <a:rPr lang="id-ID" b="1" dirty="0"/>
              <a:t/>
            </a:r>
            <a:br>
              <a:rPr lang="id-ID" b="1" dirty="0"/>
            </a:br>
            <a:endParaRPr lang="id-ID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B8B3090F-55CA-48B6-AE9D-1026C3C1790C}"/>
              </a:ext>
            </a:extLst>
          </p:cNvPr>
          <p:cNvSpPr txBox="1">
            <a:spLocks/>
          </p:cNvSpPr>
          <p:nvPr/>
        </p:nvSpPr>
        <p:spPr>
          <a:xfrm>
            <a:off x="990600" y="18205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b="1" dirty="0" smtClean="0">
                <a:latin typeface="Algerian" panose="04020705040A02060702" pitchFamily="82" charset="0"/>
              </a:rPr>
              <a:t>PEMROGRAMAN WEB 2</a:t>
            </a:r>
            <a:br>
              <a:rPr lang="id-ID" b="1" dirty="0" smtClean="0">
                <a:latin typeface="Algerian" panose="04020705040A02060702" pitchFamily="82" charset="0"/>
              </a:rPr>
            </a:br>
            <a:endParaRPr lang="en-ID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122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2  Fungsi dalam Array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7583" y="1532586"/>
            <a:ext cx="1045764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600" dirty="0"/>
              <a:t>Fungsi is_array() digunakan untuk memeriksa apakah sebuah variabel merupakan array atau bukan. </a:t>
            </a:r>
            <a:endParaRPr lang="id-ID" sz="3600" dirty="0" smtClean="0"/>
          </a:p>
          <a:p>
            <a:pPr algn="just"/>
            <a:r>
              <a:rPr lang="id-ID" sz="3600" dirty="0" smtClean="0"/>
              <a:t>Jika </a:t>
            </a:r>
            <a:r>
              <a:rPr lang="id-ID" sz="3600" dirty="0"/>
              <a:t>sebuah variabel merupakan array, fungsi ini akan menghasilkan nilai true dan jika bukan array akan menghasilkan nilai false. </a:t>
            </a:r>
            <a:endParaRPr lang="id-ID" sz="3600" dirty="0" smtClean="0"/>
          </a:p>
          <a:p>
            <a:pPr algn="just"/>
            <a:r>
              <a:rPr lang="id-ID" sz="3600" dirty="0" smtClean="0"/>
              <a:t>Sintaksnya </a:t>
            </a:r>
            <a:r>
              <a:rPr lang="id-ID" sz="3600" dirty="0"/>
              <a:t>adalah sebagai berikut</a:t>
            </a:r>
            <a:r>
              <a:rPr lang="id-ID" sz="3600" dirty="0" smtClean="0"/>
              <a:t>:</a:t>
            </a:r>
          </a:p>
          <a:p>
            <a:pPr algn="just"/>
            <a:endParaRPr lang="id-ID" sz="3600" dirty="0"/>
          </a:p>
          <a:p>
            <a:r>
              <a:rPr lang="id-ID" sz="3600" b="1" i="1" dirty="0"/>
              <a:t>Is_array(variabel)</a:t>
            </a:r>
            <a:endParaRPr lang="id-ID" sz="3600" i="1" dirty="0"/>
          </a:p>
        </p:txBody>
      </p:sp>
    </p:spTree>
    <p:extLst>
      <p:ext uri="{BB962C8B-B14F-4D97-AF65-F5344CB8AC3E}">
        <p14:creationId xmlns:p14="http://schemas.microsoft.com/office/powerpoint/2010/main" val="414327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/>
              <a:t>Latihan 4.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1" y="1215591"/>
            <a:ext cx="5008807" cy="4154984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&lt;HTML&gt;</a:t>
            </a:r>
            <a:br>
              <a:rPr lang="id-ID" sz="2400" dirty="0"/>
            </a:br>
            <a:r>
              <a:rPr lang="id-ID" sz="2400" dirty="0"/>
              <a:t>&lt;HEAD&gt;</a:t>
            </a:r>
            <a:br>
              <a:rPr lang="id-ID" sz="2400" dirty="0"/>
            </a:br>
            <a:r>
              <a:rPr lang="id-ID" sz="2400" dirty="0"/>
              <a:t>&lt;TITLE&gt; Penggunaan Is Array &lt;/TITLE&gt;</a:t>
            </a:r>
            <a:br>
              <a:rPr lang="id-ID" sz="2400" dirty="0"/>
            </a:br>
            <a:r>
              <a:rPr lang="id-ID" sz="2400" dirty="0"/>
              <a:t>&lt;/HEAD&gt;</a:t>
            </a:r>
            <a:br>
              <a:rPr lang="id-ID" sz="2400" dirty="0"/>
            </a:br>
            <a:r>
              <a:rPr lang="id-ID" sz="2400" dirty="0"/>
              <a:t>&lt;BODY&gt;</a:t>
            </a:r>
          </a:p>
          <a:p>
            <a:r>
              <a:rPr lang="id-ID" sz="2400" dirty="0"/>
              <a:t>&lt;?php</a:t>
            </a:r>
            <a:br>
              <a:rPr lang="id-ID" sz="2400" dirty="0"/>
            </a:br>
            <a:r>
              <a:rPr lang="id-ID" sz="2400" dirty="0"/>
              <a:t>$var = array(1,2,3,4,5,6,7);</a:t>
            </a:r>
            <a:br>
              <a:rPr lang="id-ID" sz="2400" dirty="0"/>
            </a:br>
            <a:r>
              <a:rPr lang="id-ID" sz="2400" dirty="0"/>
              <a:t>$scan = is_array($var);</a:t>
            </a:r>
            <a:br>
              <a:rPr lang="id-ID" sz="2400" dirty="0"/>
            </a:br>
            <a:r>
              <a:rPr lang="id-ID" sz="2400" dirty="0"/>
              <a:t>if ($scan == false) {</a:t>
            </a:r>
            <a:br>
              <a:rPr lang="id-ID" sz="2400" dirty="0"/>
            </a:br>
            <a:r>
              <a:rPr lang="id-ID" sz="2400" dirty="0"/>
              <a:t>    $status = "bukan</a:t>
            </a:r>
            <a:r>
              <a:rPr lang="id-ID" sz="2400" dirty="0" smtClean="0"/>
              <a:t>";</a:t>
            </a:r>
          </a:p>
          <a:p>
            <a:r>
              <a:rPr lang="id-ID" sz="2400" dirty="0"/>
              <a:t>} else {</a:t>
            </a:r>
            <a:endParaRPr lang="id-ID" sz="2400" dirty="0"/>
          </a:p>
        </p:txBody>
      </p:sp>
      <p:sp>
        <p:nvSpPr>
          <p:cNvPr id="2" name="Rectangle 1"/>
          <p:cNvSpPr/>
          <p:nvPr/>
        </p:nvSpPr>
        <p:spPr>
          <a:xfrm>
            <a:off x="6628326" y="1257661"/>
            <a:ext cx="3816439" cy="378565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$status = "";</a:t>
            </a:r>
            <a:br>
              <a:rPr lang="id-ID" sz="2400" dirty="0"/>
            </a:br>
            <a:r>
              <a:rPr lang="id-ID" sz="2400" dirty="0"/>
              <a:t>}</a:t>
            </a:r>
            <a:br>
              <a:rPr lang="id-ID" sz="2400" dirty="0"/>
            </a:br>
            <a:r>
              <a:rPr lang="id-ID" sz="2400" dirty="0"/>
              <a:t>echo "\$var = array(1,2,3,4,5,6,7)";</a:t>
            </a:r>
            <a:br>
              <a:rPr lang="id-ID" sz="2400" dirty="0"/>
            </a:br>
            <a:r>
              <a:rPr lang="id-ID" sz="2400" dirty="0"/>
              <a:t>echo "&lt;br&gt;";</a:t>
            </a:r>
            <a:br>
              <a:rPr lang="id-ID" sz="2400" dirty="0"/>
            </a:br>
            <a:r>
              <a:rPr lang="id-ID" sz="2400" dirty="0"/>
              <a:t>echo "Variabel \$var $status merupakan array";</a:t>
            </a:r>
            <a:br>
              <a:rPr lang="id-ID" sz="2400" dirty="0"/>
            </a:br>
            <a:r>
              <a:rPr lang="id-ID" sz="2400" dirty="0"/>
              <a:t>?&gt;</a:t>
            </a:r>
          </a:p>
          <a:p>
            <a:r>
              <a:rPr lang="id-ID" sz="2400" dirty="0"/>
              <a:t>&lt;/BODY&gt;</a:t>
            </a:r>
            <a:br>
              <a:rPr lang="id-ID" sz="2400" dirty="0"/>
            </a:br>
            <a:r>
              <a:rPr lang="id-ID" sz="2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79234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Fungsi list()</a:t>
            </a:r>
            <a:endParaRPr lang="id-ID" dirty="0"/>
          </a:p>
        </p:txBody>
      </p:sp>
      <p:sp>
        <p:nvSpPr>
          <p:cNvPr id="7" name="Rectangle 6"/>
          <p:cNvSpPr/>
          <p:nvPr/>
        </p:nvSpPr>
        <p:spPr>
          <a:xfrm>
            <a:off x="297288" y="1233447"/>
            <a:ext cx="11353799" cy="4524315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id-ID" sz="3600" dirty="0"/>
              <a:t>Fungsi list() digunakan untuk mengambil komponen-komponen array sebagai variabel-variabel yang terpisah. </a:t>
            </a:r>
            <a:endParaRPr lang="id-ID" sz="3600" dirty="0" smtClean="0"/>
          </a:p>
          <a:p>
            <a:pPr algn="just"/>
            <a:r>
              <a:rPr lang="id-ID" sz="3600" dirty="0" smtClean="0"/>
              <a:t>Sintaksnya </a:t>
            </a:r>
            <a:r>
              <a:rPr lang="id-ID" sz="3600" dirty="0"/>
              <a:t>adalah sebagai berikut</a:t>
            </a:r>
            <a:r>
              <a:rPr lang="id-ID" sz="3600" dirty="0" smtClean="0"/>
              <a:t>:</a:t>
            </a:r>
          </a:p>
          <a:p>
            <a:pPr algn="just"/>
            <a:endParaRPr lang="id-ID" sz="3600" dirty="0"/>
          </a:p>
          <a:p>
            <a:pPr algn="just"/>
            <a:r>
              <a:rPr lang="id-ID" sz="3600" b="1" i="1" dirty="0"/>
              <a:t>List($item1, $item2, ... , $itemn) = </a:t>
            </a:r>
            <a:r>
              <a:rPr lang="id-ID" sz="3600" b="1" i="1" dirty="0" smtClean="0"/>
              <a:t>array</a:t>
            </a:r>
          </a:p>
          <a:p>
            <a:pPr algn="just"/>
            <a:endParaRPr lang="id-ID" sz="3600" b="1" i="1" dirty="0"/>
          </a:p>
          <a:p>
            <a:pPr algn="just"/>
            <a:r>
              <a:rPr lang="id-ID" sz="3600" dirty="0"/>
              <a:t>Jumlah variabel $item harus sama dengan atau kurang dari jumlah komponen yang dimiliki array. </a:t>
            </a:r>
          </a:p>
        </p:txBody>
      </p:sp>
    </p:spTree>
    <p:extLst>
      <p:ext uri="{BB962C8B-B14F-4D97-AF65-F5344CB8AC3E}">
        <p14:creationId xmlns:p14="http://schemas.microsoft.com/office/powerpoint/2010/main" val="71722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/>
              <a:t>Latihan 5.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1" y="1215591"/>
            <a:ext cx="5008807" cy="4154984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&lt;HTML&gt;</a:t>
            </a:r>
            <a:br>
              <a:rPr lang="id-ID" sz="2400" dirty="0"/>
            </a:br>
            <a:r>
              <a:rPr lang="id-ID" sz="2400" dirty="0"/>
              <a:t>&lt;HEAD&gt;</a:t>
            </a:r>
            <a:br>
              <a:rPr lang="id-ID" sz="2400" dirty="0"/>
            </a:br>
            <a:r>
              <a:rPr lang="id-ID" sz="2400" dirty="0"/>
              <a:t>&lt;TITLE&gt; Penggunaan List &lt;/TITLE&gt;</a:t>
            </a:r>
            <a:br>
              <a:rPr lang="id-ID" sz="2400" dirty="0"/>
            </a:br>
            <a:r>
              <a:rPr lang="id-ID" sz="2400" dirty="0"/>
              <a:t>&lt;/HEAD&gt;</a:t>
            </a:r>
            <a:br>
              <a:rPr lang="id-ID" sz="2400" dirty="0"/>
            </a:br>
            <a:r>
              <a:rPr lang="id-ID" sz="2400" dirty="0"/>
              <a:t>&lt;BODY&gt;</a:t>
            </a:r>
          </a:p>
          <a:p>
            <a:r>
              <a:rPr lang="id-ID" sz="2400" dirty="0"/>
              <a:t>&lt;?php</a:t>
            </a:r>
            <a:br>
              <a:rPr lang="id-ID" sz="2400" dirty="0"/>
            </a:br>
            <a:r>
              <a:rPr lang="id-ID" sz="2400" dirty="0"/>
              <a:t>$program = array('Bobo','Doraemon','Spiderman');</a:t>
            </a:r>
            <a:br>
              <a:rPr lang="id-ID" sz="2400" dirty="0"/>
            </a:br>
            <a:r>
              <a:rPr lang="id-ID" sz="2400" dirty="0"/>
              <a:t>list($Majalah, $Komik, $Film) = $program;</a:t>
            </a:r>
            <a:br>
              <a:rPr lang="id-ID" sz="2400" dirty="0"/>
            </a:br>
            <a:r>
              <a:rPr lang="id-ID" sz="2400" dirty="0"/>
              <a:t>echo "Jenis Buku &amp; Hiburan :";</a:t>
            </a:r>
            <a:endParaRPr lang="id-ID" sz="2400" dirty="0"/>
          </a:p>
        </p:txBody>
      </p:sp>
      <p:sp>
        <p:nvSpPr>
          <p:cNvPr id="6" name="Rectangle 5"/>
          <p:cNvSpPr/>
          <p:nvPr/>
        </p:nvSpPr>
        <p:spPr>
          <a:xfrm>
            <a:off x="6628326" y="1257661"/>
            <a:ext cx="3816439" cy="378565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echo "&lt;br /&gt;";</a:t>
            </a:r>
            <a:br>
              <a:rPr lang="id-ID" sz="2400" dirty="0"/>
            </a:br>
            <a:r>
              <a:rPr lang="id-ID" sz="2400" dirty="0"/>
              <a:t>echo "Cerpen : $Majalah";</a:t>
            </a:r>
            <a:br>
              <a:rPr lang="id-ID" sz="2400" dirty="0"/>
            </a:br>
            <a:r>
              <a:rPr lang="id-ID" sz="2400" dirty="0"/>
              <a:t>echo "&lt;br /&gt;";</a:t>
            </a:r>
            <a:br>
              <a:rPr lang="id-ID" sz="2400" dirty="0"/>
            </a:br>
            <a:r>
              <a:rPr lang="id-ID" sz="2400" dirty="0"/>
              <a:t>echo "Cerita Bergambar : $Komik";</a:t>
            </a:r>
            <a:br>
              <a:rPr lang="id-ID" sz="2400" dirty="0"/>
            </a:br>
            <a:r>
              <a:rPr lang="id-ID" sz="2400" dirty="0"/>
              <a:t>echo "&lt;br /&gt;";</a:t>
            </a:r>
            <a:br>
              <a:rPr lang="id-ID" sz="2400" dirty="0"/>
            </a:br>
            <a:r>
              <a:rPr lang="id-ID" sz="2400" dirty="0"/>
              <a:t>echo "Bioskop : $Film";</a:t>
            </a:r>
            <a:br>
              <a:rPr lang="id-ID" sz="2400" dirty="0"/>
            </a:br>
            <a:r>
              <a:rPr lang="id-ID" sz="2400" dirty="0"/>
              <a:t>?&gt;</a:t>
            </a:r>
          </a:p>
          <a:p>
            <a:r>
              <a:rPr lang="id-ID" sz="2400" dirty="0"/>
              <a:t>&lt;/BODY&gt;</a:t>
            </a:r>
            <a:br>
              <a:rPr lang="id-ID" sz="2400" dirty="0"/>
            </a:br>
            <a:r>
              <a:rPr lang="id-ID" sz="2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06643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Fungsi split()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838201" y="1215591"/>
            <a:ext cx="10765664" cy="501675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id-ID" sz="3200" dirty="0"/>
              <a:t>Fungsi split digunakan untuk memecah suatu string menjadi array berdasarkan karakter pemisah tertentu. Sintaksnya adalah sebagai berikut</a:t>
            </a:r>
            <a:r>
              <a:rPr lang="id-ID" sz="3200" dirty="0" smtClean="0"/>
              <a:t>:</a:t>
            </a:r>
          </a:p>
          <a:p>
            <a:endParaRPr lang="id-ID" sz="3200" dirty="0"/>
          </a:p>
          <a:p>
            <a:r>
              <a:rPr lang="id-ID" sz="3200" b="1" i="1" dirty="0"/>
              <a:t>split(karakter, teks, [batas])	</a:t>
            </a:r>
            <a:endParaRPr lang="id-ID" sz="3200" b="1" i="1" dirty="0" smtClean="0"/>
          </a:p>
          <a:p>
            <a:endParaRPr lang="id-ID" sz="3200" dirty="0"/>
          </a:p>
          <a:p>
            <a:r>
              <a:rPr lang="id-ID" sz="3200" dirty="0"/>
              <a:t>Karakter adalah karakter yang digunakan untuk memisahkan array.</a:t>
            </a:r>
            <a:br>
              <a:rPr lang="id-ID" sz="3200" dirty="0"/>
            </a:br>
            <a:r>
              <a:rPr lang="id-ID" sz="3200" dirty="0"/>
              <a:t>Teks adalah string yang akan dipecah menjadi array.</a:t>
            </a:r>
            <a:br>
              <a:rPr lang="id-ID" sz="3200" dirty="0"/>
            </a:br>
            <a:r>
              <a:rPr lang="id-ID" sz="3200" dirty="0"/>
              <a:t>Batas adalah jumlah komponen yang akan dihasilkan.</a:t>
            </a:r>
          </a:p>
        </p:txBody>
      </p:sp>
    </p:spTree>
    <p:extLst>
      <p:ext uri="{BB962C8B-B14F-4D97-AF65-F5344CB8AC3E}">
        <p14:creationId xmlns:p14="http://schemas.microsoft.com/office/powerpoint/2010/main" val="395358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Fungsi join()</a:t>
            </a:r>
            <a:endParaRPr lang="id-ID" dirty="0"/>
          </a:p>
        </p:txBody>
      </p:sp>
      <p:sp>
        <p:nvSpPr>
          <p:cNvPr id="6" name="Rectangle 5"/>
          <p:cNvSpPr/>
          <p:nvPr/>
        </p:nvSpPr>
        <p:spPr>
          <a:xfrm>
            <a:off x="838201" y="919374"/>
            <a:ext cx="10515599" cy="507831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id-ID" sz="3600" dirty="0"/>
              <a:t>Fungsi ini pada prinsipnya adalah kebalikan fungsi split(), yaitu digunakan untuk mengumpulkan komponen-komponen array menjadi suatu string. Sintaksnya adalah sebagai berikut</a:t>
            </a:r>
            <a:r>
              <a:rPr lang="id-ID" sz="3600" dirty="0" smtClean="0"/>
              <a:t>:</a:t>
            </a:r>
          </a:p>
          <a:p>
            <a:endParaRPr lang="id-ID" sz="3600" dirty="0"/>
          </a:p>
          <a:p>
            <a:r>
              <a:rPr lang="id-ID" sz="3600" b="1" i="1" dirty="0"/>
              <a:t>join(karakter, array</a:t>
            </a:r>
            <a:r>
              <a:rPr lang="id-ID" sz="3600" b="1" i="1" dirty="0" smtClean="0"/>
              <a:t>)</a:t>
            </a:r>
          </a:p>
          <a:p>
            <a:endParaRPr lang="id-ID" sz="3600" dirty="0"/>
          </a:p>
          <a:p>
            <a:r>
              <a:rPr lang="id-ID" sz="3600" dirty="0"/>
              <a:t>Karakter adalah karakter yang digunakan untuk “merekatkan” komponen-komponen array.</a:t>
            </a:r>
          </a:p>
        </p:txBody>
      </p:sp>
    </p:spTree>
    <p:extLst>
      <p:ext uri="{BB962C8B-B14F-4D97-AF65-F5344CB8AC3E}">
        <p14:creationId xmlns:p14="http://schemas.microsoft.com/office/powerpoint/2010/main" val="329618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/>
              <a:t>Latihan 8.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1" y="919374"/>
            <a:ext cx="10379297" cy="5632311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&lt;HTML&gt;</a:t>
            </a:r>
            <a:br>
              <a:rPr lang="id-ID" sz="2400" dirty="0"/>
            </a:br>
            <a:r>
              <a:rPr lang="id-ID" sz="2400" dirty="0"/>
              <a:t>&lt;HEAD&gt;</a:t>
            </a:r>
            <a:br>
              <a:rPr lang="id-ID" sz="2400" dirty="0"/>
            </a:br>
            <a:r>
              <a:rPr lang="id-ID" sz="2400" dirty="0"/>
              <a:t>&lt;TITLE&gt; Penggunaan Join &lt;/TITLE&gt;</a:t>
            </a:r>
            <a:br>
              <a:rPr lang="id-ID" sz="2400" dirty="0"/>
            </a:br>
            <a:r>
              <a:rPr lang="id-ID" sz="2400" dirty="0"/>
              <a:t>&lt;/HEAD&gt;</a:t>
            </a:r>
            <a:br>
              <a:rPr lang="id-ID" sz="2400" dirty="0"/>
            </a:br>
            <a:r>
              <a:rPr lang="id-ID" sz="2400" dirty="0"/>
              <a:t>&lt;BODY&gt;</a:t>
            </a:r>
          </a:p>
          <a:p>
            <a:r>
              <a:rPr lang="id-ID" sz="2400" dirty="0"/>
              <a:t>&lt;?php</a:t>
            </a:r>
            <a:br>
              <a:rPr lang="id-ID" sz="2400" dirty="0"/>
            </a:br>
            <a:r>
              <a:rPr lang="id-ID" sz="2400" dirty="0"/>
              <a:t>$var = array('18', '11', '2010');</a:t>
            </a:r>
            <a:br>
              <a:rPr lang="id-ID" sz="2400" dirty="0"/>
            </a:br>
            <a:r>
              <a:rPr lang="id-ID" sz="2400" dirty="0"/>
              <a:t>$tanggal = join("/", $var);</a:t>
            </a:r>
            <a:br>
              <a:rPr lang="id-ID" sz="2400" dirty="0"/>
            </a:br>
            <a:r>
              <a:rPr lang="id-ID" sz="2400" dirty="0"/>
              <a:t>echo "$tanggal";</a:t>
            </a:r>
            <a:br>
              <a:rPr lang="id-ID" sz="2400" dirty="0"/>
            </a:br>
            <a:r>
              <a:rPr lang="id-ID" sz="2400" dirty="0"/>
              <a:t>?&gt;</a:t>
            </a:r>
          </a:p>
          <a:p>
            <a:r>
              <a:rPr lang="id-ID" sz="2400" dirty="0"/>
              <a:t>&lt;/BODY&gt;</a:t>
            </a:r>
            <a:br>
              <a:rPr lang="id-ID" sz="2400" dirty="0"/>
            </a:br>
            <a:r>
              <a:rPr lang="id-ID" sz="2400" dirty="0"/>
              <a:t>&lt;/HTML</a:t>
            </a:r>
            <a:r>
              <a:rPr lang="id-ID" sz="2400" dirty="0" smtClean="0"/>
              <a:t>&gt;</a:t>
            </a:r>
          </a:p>
          <a:p>
            <a:endParaRPr lang="id-ID" sz="2400" dirty="0"/>
          </a:p>
          <a:p>
            <a:r>
              <a:rPr lang="id-ID" sz="2400" b="1" dirty="0"/>
              <a:t>Fungsi join() identik dengan fungsi implode().</a:t>
            </a:r>
          </a:p>
          <a:p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41255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Fungsi in_array()</a:t>
            </a:r>
            <a:endParaRPr lang="id-ID" dirty="0"/>
          </a:p>
        </p:txBody>
      </p:sp>
      <p:sp>
        <p:nvSpPr>
          <p:cNvPr id="6" name="Rectangle 5"/>
          <p:cNvSpPr/>
          <p:nvPr/>
        </p:nvSpPr>
        <p:spPr>
          <a:xfrm>
            <a:off x="838201" y="919374"/>
            <a:ext cx="10379297" cy="4832092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2800" dirty="0"/>
              <a:t>Fungsi in_array() digunakan untuk memeriksa apakah suatu nilai tertentu terdapat sebagai komponen di dalam sebuah array. Sintaksnya adalah sebagai berikut</a:t>
            </a:r>
            <a:r>
              <a:rPr lang="id-ID" sz="2800" dirty="0" smtClean="0"/>
              <a:t>:</a:t>
            </a:r>
          </a:p>
          <a:p>
            <a:endParaRPr lang="id-ID" sz="2800" dirty="0"/>
          </a:p>
          <a:p>
            <a:r>
              <a:rPr lang="id-ID" sz="2800" b="1" i="1" dirty="0"/>
              <a:t>in_array(cari, array, [tipe</a:t>
            </a:r>
            <a:r>
              <a:rPr lang="id-ID" sz="2800" b="1" i="1" dirty="0" smtClean="0"/>
              <a:t>])</a:t>
            </a:r>
          </a:p>
          <a:p>
            <a:endParaRPr lang="id-ID" sz="2800" dirty="0"/>
          </a:p>
          <a:p>
            <a:r>
              <a:rPr lang="id-ID" sz="2800" dirty="0"/>
              <a:t>Cari adalah nilai yang akan dicari apakah terdapat pada sebuah array.</a:t>
            </a:r>
            <a:br>
              <a:rPr lang="id-ID" sz="2800" dirty="0"/>
            </a:br>
            <a:r>
              <a:rPr lang="id-ID" sz="2800" dirty="0"/>
              <a:t>Tipe adalah boolean yang mengindikasikan apakah tipe data akan disertakan dalam pencarian. Jika suatu nilai ditemukan tapi tipe datanya tidak sama, maka fungsi in_array() dianggap gagal.  Fungsi ini bersifat case-sensitive.</a:t>
            </a:r>
          </a:p>
        </p:txBody>
      </p:sp>
    </p:spTree>
    <p:extLst>
      <p:ext uri="{BB962C8B-B14F-4D97-AF65-F5344CB8AC3E}">
        <p14:creationId xmlns:p14="http://schemas.microsoft.com/office/powerpoint/2010/main" val="2774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/>
              <a:t>Latihan 9.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1" y="1215591"/>
            <a:ext cx="5008807" cy="4524315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&lt;HTML&gt;</a:t>
            </a:r>
            <a:br>
              <a:rPr lang="id-ID" sz="2400" dirty="0"/>
            </a:br>
            <a:r>
              <a:rPr lang="id-ID" sz="2400" dirty="0"/>
              <a:t>&lt;HEAD&gt;</a:t>
            </a:r>
            <a:br>
              <a:rPr lang="id-ID" sz="2400" dirty="0"/>
            </a:br>
            <a:r>
              <a:rPr lang="id-ID" sz="2400" dirty="0"/>
              <a:t>&lt;TITLE&gt; Penggunaan In Array &lt;/TITLE&gt;</a:t>
            </a:r>
            <a:br>
              <a:rPr lang="id-ID" sz="2400" dirty="0"/>
            </a:br>
            <a:r>
              <a:rPr lang="id-ID" sz="2400" dirty="0"/>
              <a:t>&lt;/HEAD&gt;</a:t>
            </a:r>
            <a:br>
              <a:rPr lang="id-ID" sz="2400" dirty="0"/>
            </a:br>
            <a:r>
              <a:rPr lang="id-ID" sz="2400" dirty="0"/>
              <a:t>&lt;BODY&gt;</a:t>
            </a:r>
          </a:p>
          <a:p>
            <a:r>
              <a:rPr lang="id-ID" sz="2400" dirty="0"/>
              <a:t>&lt;?php</a:t>
            </a:r>
            <a:br>
              <a:rPr lang="id-ID" sz="2400" dirty="0"/>
            </a:br>
            <a:r>
              <a:rPr lang="id-ID" sz="2400" dirty="0"/>
              <a:t>$program = array("HTML", "PHP", "CSS", "JavaScript");</a:t>
            </a:r>
            <a:br>
              <a:rPr lang="id-ID" sz="2400" dirty="0"/>
            </a:br>
            <a:r>
              <a:rPr lang="id-ID" sz="2400" dirty="0"/>
              <a:t>print_r($program</a:t>
            </a:r>
            <a:r>
              <a:rPr lang="id-ID" sz="2400" dirty="0" smtClean="0"/>
              <a:t>);</a:t>
            </a:r>
          </a:p>
          <a:p>
            <a:r>
              <a:rPr lang="id-ID" sz="2400" dirty="0"/>
              <a:t>$cari = "HTML";</a:t>
            </a:r>
            <a:br>
              <a:rPr lang="id-ID" sz="2400" dirty="0"/>
            </a:br>
            <a:r>
              <a:rPr lang="id-ID" sz="2400" dirty="0"/>
              <a:t>if (in_array($cari, $program)) {</a:t>
            </a:r>
            <a:r>
              <a:rPr lang="id-ID" sz="2400" dirty="0"/>
              <a:t/>
            </a:r>
            <a:br>
              <a:rPr lang="id-ID" sz="2400" dirty="0"/>
            </a:br>
            <a:endParaRPr lang="id-ID" sz="2400" dirty="0"/>
          </a:p>
        </p:txBody>
      </p:sp>
      <p:sp>
        <p:nvSpPr>
          <p:cNvPr id="2" name="Rectangle 1"/>
          <p:cNvSpPr/>
          <p:nvPr/>
        </p:nvSpPr>
        <p:spPr>
          <a:xfrm>
            <a:off x="6628326" y="1257661"/>
            <a:ext cx="3816439" cy="4154984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/>
            </a:r>
            <a:br>
              <a:rPr lang="id-ID" sz="2400" dirty="0"/>
            </a:br>
            <a:r>
              <a:rPr lang="id-ID" sz="2400" dirty="0"/>
              <a:t>    echo "Program Basis Web $cari ada di dalam array";</a:t>
            </a:r>
            <a:br>
              <a:rPr lang="id-ID" sz="2400" dirty="0"/>
            </a:br>
            <a:r>
              <a:rPr lang="id-ID" sz="2400" dirty="0"/>
              <a:t>} else {</a:t>
            </a:r>
            <a:br>
              <a:rPr lang="id-ID" sz="2400" dirty="0"/>
            </a:br>
            <a:r>
              <a:rPr lang="id-ID" sz="2400" dirty="0"/>
              <a:t>    echo "Program Basis Web $cari tidak ada di dalam array";</a:t>
            </a:r>
            <a:br>
              <a:rPr lang="id-ID" sz="2400" dirty="0"/>
            </a:br>
            <a:r>
              <a:rPr lang="id-ID" sz="2400" dirty="0"/>
              <a:t>}</a:t>
            </a:r>
            <a:br>
              <a:rPr lang="id-ID" sz="2400" dirty="0"/>
            </a:br>
            <a:r>
              <a:rPr lang="id-ID" sz="2400" dirty="0"/>
              <a:t>?&gt;</a:t>
            </a:r>
          </a:p>
          <a:p>
            <a:r>
              <a:rPr lang="id-ID" sz="2400" dirty="0"/>
              <a:t>&lt;/BODY&gt;</a:t>
            </a:r>
            <a:br>
              <a:rPr lang="id-ID" sz="2400" dirty="0"/>
            </a:br>
            <a:r>
              <a:rPr lang="id-ID" sz="2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92562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/>
              <a:t>Latihan </a:t>
            </a:r>
            <a:r>
              <a:rPr lang="id-ID" dirty="0" smtClean="0"/>
              <a:t>10.</a:t>
            </a:r>
            <a:endParaRPr lang="id-ID" dirty="0"/>
          </a:p>
        </p:txBody>
      </p:sp>
      <p:sp>
        <p:nvSpPr>
          <p:cNvPr id="7" name="Rectangle 6"/>
          <p:cNvSpPr/>
          <p:nvPr/>
        </p:nvSpPr>
        <p:spPr>
          <a:xfrm>
            <a:off x="838201" y="1215591"/>
            <a:ext cx="5008807" cy="4893647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&lt;HTML&gt;</a:t>
            </a:r>
            <a:br>
              <a:rPr lang="id-ID" sz="2400" dirty="0"/>
            </a:br>
            <a:r>
              <a:rPr lang="id-ID" sz="2400" dirty="0"/>
              <a:t>&lt;HEAD&gt;</a:t>
            </a:r>
            <a:br>
              <a:rPr lang="id-ID" sz="2400" dirty="0"/>
            </a:br>
            <a:r>
              <a:rPr lang="id-ID" sz="2400" dirty="0"/>
              <a:t>&lt;TITLE&gt; Penggunaan In Array dengan Type Data &lt;/TITLE&gt;</a:t>
            </a:r>
            <a:br>
              <a:rPr lang="id-ID" sz="2400" dirty="0"/>
            </a:br>
            <a:r>
              <a:rPr lang="id-ID" sz="2400" dirty="0"/>
              <a:t>&lt;/HEAD&gt;</a:t>
            </a:r>
            <a:br>
              <a:rPr lang="id-ID" sz="2400" dirty="0"/>
            </a:br>
            <a:r>
              <a:rPr lang="id-ID" sz="2400" dirty="0"/>
              <a:t>&lt;BODY&gt;</a:t>
            </a:r>
          </a:p>
          <a:p>
            <a:r>
              <a:rPr lang="id-ID" sz="2400" dirty="0"/>
              <a:t>&lt;?</a:t>
            </a:r>
            <a:br>
              <a:rPr lang="id-ID" sz="2400" dirty="0"/>
            </a:br>
            <a:r>
              <a:rPr lang="id-ID" sz="2400" dirty="0"/>
              <a:t>$tipe = array('1.10', 5.0, 1.13);</a:t>
            </a:r>
            <a:br>
              <a:rPr lang="id-ID" sz="2400" dirty="0"/>
            </a:br>
            <a:r>
              <a:rPr lang="id-ID" sz="2400" dirty="0"/>
              <a:t>if (in_array('5.0', $tipe, TRUE)) {</a:t>
            </a:r>
            <a:br>
              <a:rPr lang="id-ID" sz="2400" dirty="0"/>
            </a:br>
            <a:r>
              <a:rPr lang="id-ID" sz="2400" dirty="0"/>
              <a:t>    echo "String \"5.0\" ada di dalam array";</a:t>
            </a:r>
            <a:br>
              <a:rPr lang="id-ID" sz="2400" dirty="0"/>
            </a:br>
            <a:r>
              <a:rPr lang="id-ID" sz="2400" dirty="0"/>
              <a:t>} else {</a:t>
            </a:r>
            <a:br>
              <a:rPr lang="id-ID" sz="2400" dirty="0"/>
            </a:br>
            <a:endParaRPr lang="id-ID" sz="2400" dirty="0"/>
          </a:p>
        </p:txBody>
      </p:sp>
      <p:sp>
        <p:nvSpPr>
          <p:cNvPr id="2" name="Rectangle 1"/>
          <p:cNvSpPr/>
          <p:nvPr/>
        </p:nvSpPr>
        <p:spPr>
          <a:xfrm>
            <a:off x="6628326" y="729622"/>
            <a:ext cx="3816439" cy="5632311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    echo "String \"5.0\" tidak ada di dalam array";</a:t>
            </a:r>
            <a:br>
              <a:rPr lang="id-ID" sz="2400" dirty="0"/>
            </a:br>
            <a:r>
              <a:rPr lang="id-ID" sz="2400" dirty="0"/>
              <a:t>}</a:t>
            </a:r>
            <a:br>
              <a:rPr lang="id-ID" sz="2400" dirty="0"/>
            </a:br>
            <a:r>
              <a:rPr lang="id-ID" sz="2400" dirty="0"/>
              <a:t>echo "&lt;br /&gt;";</a:t>
            </a:r>
            <a:br>
              <a:rPr lang="id-ID" sz="2400" dirty="0"/>
            </a:br>
            <a:r>
              <a:rPr lang="id-ID" sz="2400" dirty="0"/>
              <a:t>if (in_array(1.13, $tipe, TRUE)) {</a:t>
            </a:r>
            <a:br>
              <a:rPr lang="id-ID" sz="2400" dirty="0"/>
            </a:br>
            <a:r>
              <a:rPr lang="id-ID" sz="2400" dirty="0"/>
              <a:t>    echo "Bilangan 1.13 ada di dalam array";</a:t>
            </a:r>
            <a:br>
              <a:rPr lang="id-ID" sz="2400" dirty="0"/>
            </a:br>
            <a:r>
              <a:rPr lang="id-ID" sz="2400" dirty="0"/>
              <a:t>} else {</a:t>
            </a:r>
            <a:br>
              <a:rPr lang="id-ID" sz="2400" dirty="0"/>
            </a:br>
            <a:r>
              <a:rPr lang="id-ID" sz="2400" dirty="0"/>
              <a:t>    echo "Bilangan 1.13 tidak ada di dalam array";</a:t>
            </a:r>
            <a:br>
              <a:rPr lang="id-ID" sz="2400" dirty="0"/>
            </a:br>
            <a:r>
              <a:rPr lang="id-ID" sz="2400" dirty="0"/>
              <a:t>}</a:t>
            </a:r>
            <a:br>
              <a:rPr lang="id-ID" sz="2400" dirty="0"/>
            </a:br>
            <a:r>
              <a:rPr lang="id-ID" sz="2400" dirty="0"/>
              <a:t>?&gt;</a:t>
            </a:r>
          </a:p>
          <a:p>
            <a:r>
              <a:rPr lang="id-ID" sz="2400" dirty="0"/>
              <a:t>&lt;/BODY&gt;</a:t>
            </a:r>
            <a:br>
              <a:rPr lang="id-ID" sz="2400" dirty="0"/>
            </a:br>
            <a:r>
              <a:rPr lang="id-ID" sz="2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86971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475AD7-8A07-4659-B9DC-C6D50242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257</Words>
  <Application>Microsoft Office PowerPoint</Application>
  <PresentationFormat>Custom</PresentationFormat>
  <Paragraphs>61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PERTEMUAN  7 BAB V  ARRAY LANJUTAN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zainudin</cp:lastModifiedBy>
  <cp:revision>14</cp:revision>
  <dcterms:created xsi:type="dcterms:W3CDTF">2021-08-16T10:58:02Z</dcterms:created>
  <dcterms:modified xsi:type="dcterms:W3CDTF">2021-08-25T16:14:16Z</dcterms:modified>
</cp:coreProperties>
</file>